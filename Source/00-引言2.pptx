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74" r:id="rId2"/>
    <p:sldId id="275" r:id="rId3"/>
    <p:sldId id="276" r:id="rId4"/>
    <p:sldId id="273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引子" id="{B8F9AD70-4624-4642-867E-A50EFBFB366D}">
          <p14:sldIdLst>
            <p14:sldId id="274"/>
            <p14:sldId id="275"/>
            <p14:sldId id="276"/>
            <p14:sldId id="273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  <p14:section name="片头" id="{EDB37343-DD45-4638-90BE-F643C58D32CD}">
          <p14:sldIdLst/>
        </p14:section>
        <p14:section name="正文" id="{396F134D-199B-41C7-B9BD-B34DFE123E84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F3C"/>
    <a:srgbClr val="EEEEEE"/>
    <a:srgbClr val="1F87DD"/>
    <a:srgbClr val="232526"/>
    <a:srgbClr val="8C82FC"/>
    <a:srgbClr val="62D2A2"/>
    <a:srgbClr val="3EC1D3"/>
    <a:srgbClr val="F6F7D7"/>
    <a:srgbClr val="FF165D"/>
    <a:srgbClr val="FF9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68" autoAdjust="0"/>
    <p:restoredTop sz="81311" autoAdjust="0"/>
  </p:normalViewPr>
  <p:slideViewPr>
    <p:cSldViewPr snapToGrid="0">
      <p:cViewPr>
        <p:scale>
          <a:sx n="10" d="100"/>
          <a:sy n="10" d="100"/>
        </p:scale>
        <p:origin x="2730" y="1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924FA-4A65-4372-831E-260F01DDDA99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2482DE-887E-4170-B89B-05AE318F29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854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2482DE-887E-4170-B89B-05AE318F29C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031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792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D87DCBF-80BA-A48B-D2CF-87B3E4BAA745}"/>
              </a:ext>
            </a:extLst>
          </p:cNvPr>
          <p:cNvSpPr txBox="1"/>
          <p:nvPr userDrawn="1"/>
        </p:nvSpPr>
        <p:spPr>
          <a:xfrm>
            <a:off x="2148114" y="10305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9A00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68E5957-CCEB-9035-2393-0775575A4587}"/>
              </a:ext>
            </a:extLst>
          </p:cNvPr>
          <p:cNvSpPr txBox="1"/>
          <p:nvPr userDrawn="1"/>
        </p:nvSpPr>
        <p:spPr>
          <a:xfrm>
            <a:off x="2148114" y="21989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165D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2AED488-728E-CC7E-CA00-0D5F00D8A856}"/>
              </a:ext>
            </a:extLst>
          </p:cNvPr>
          <p:cNvSpPr txBox="1"/>
          <p:nvPr userDrawn="1"/>
        </p:nvSpPr>
        <p:spPr>
          <a:xfrm>
            <a:off x="2148113" y="33673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6F7D7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6FE6B95-CBA0-A2B9-6AC8-5E31194E08CC}"/>
              </a:ext>
            </a:extLst>
          </p:cNvPr>
          <p:cNvSpPr txBox="1"/>
          <p:nvPr userDrawn="1"/>
        </p:nvSpPr>
        <p:spPr>
          <a:xfrm>
            <a:off x="2148112" y="4442492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3EC1D3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30AB44-79BC-96CD-3EAD-540A21F20649}"/>
              </a:ext>
            </a:extLst>
          </p:cNvPr>
          <p:cNvSpPr txBox="1"/>
          <p:nvPr userDrawn="1"/>
        </p:nvSpPr>
        <p:spPr>
          <a:xfrm>
            <a:off x="5355769" y="10305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62D2A2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794EAA-BF37-E4D3-8FB0-B0F934F9CE57}"/>
              </a:ext>
            </a:extLst>
          </p:cNvPr>
          <p:cNvSpPr txBox="1"/>
          <p:nvPr userDrawn="1"/>
        </p:nvSpPr>
        <p:spPr>
          <a:xfrm>
            <a:off x="5355771" y="2198914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8C82FC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4202442-1A58-8BFA-9C80-0277D288394D}"/>
              </a:ext>
            </a:extLst>
          </p:cNvPr>
          <p:cNvSpPr txBox="1"/>
          <p:nvPr userDrawn="1"/>
        </p:nvSpPr>
        <p:spPr>
          <a:xfrm>
            <a:off x="5355769" y="3429000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FF6F3C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7C5F8E5-0264-8BBA-991E-A458BDD87B46}"/>
              </a:ext>
            </a:extLst>
          </p:cNvPr>
          <p:cNvSpPr txBox="1"/>
          <p:nvPr userDrawn="1"/>
        </p:nvSpPr>
        <p:spPr>
          <a:xfrm>
            <a:off x="5355769" y="4478778"/>
            <a:ext cx="32076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>
                <a:solidFill>
                  <a:srgbClr val="EEEEEE"/>
                </a:solidFill>
                <a:latin typeface="钉钉进步体" panose="00020600040101010101" pitchFamily="18" charset="-122"/>
                <a:ea typeface="钉钉进步体" panose="00020600040101010101" pitchFamily="18" charset="-122"/>
              </a:rPr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28204804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rgbClr val="232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2EB9FE49-1B7E-9AAF-4D29-1348277D22BD}"/>
              </a:ext>
            </a:extLst>
          </p:cNvPr>
          <p:cNvSpPr/>
          <p:nvPr userDrawn="1"/>
        </p:nvSpPr>
        <p:spPr>
          <a:xfrm>
            <a:off x="6096000" y="1062264"/>
            <a:ext cx="3293831" cy="829894"/>
          </a:xfrm>
          <a:prstGeom prst="roundRect">
            <a:avLst/>
          </a:prstGeom>
          <a:solidFill>
            <a:srgbClr val="62D2A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5CE16D4-C4EF-475D-7FE0-80D469854E38}"/>
              </a:ext>
            </a:extLst>
          </p:cNvPr>
          <p:cNvSpPr/>
          <p:nvPr userDrawn="1"/>
        </p:nvSpPr>
        <p:spPr>
          <a:xfrm>
            <a:off x="6095999" y="2260600"/>
            <a:ext cx="3293831" cy="829894"/>
          </a:xfrm>
          <a:prstGeom prst="roundRect">
            <a:avLst/>
          </a:prstGeom>
          <a:solidFill>
            <a:srgbClr val="8C82F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57520711-36BE-1AEC-79FF-4B29F1AEBF95}"/>
              </a:ext>
            </a:extLst>
          </p:cNvPr>
          <p:cNvSpPr/>
          <p:nvPr userDrawn="1"/>
        </p:nvSpPr>
        <p:spPr>
          <a:xfrm>
            <a:off x="6095999" y="3460750"/>
            <a:ext cx="3293831" cy="829894"/>
          </a:xfrm>
          <a:prstGeom prst="roundRect">
            <a:avLst/>
          </a:prstGeom>
          <a:solidFill>
            <a:srgbClr val="FF6F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5664DA1-2B61-18C1-853C-2BA880E788A9}"/>
              </a:ext>
            </a:extLst>
          </p:cNvPr>
          <p:cNvSpPr/>
          <p:nvPr userDrawn="1"/>
        </p:nvSpPr>
        <p:spPr>
          <a:xfrm>
            <a:off x="6095998" y="4554000"/>
            <a:ext cx="3293831" cy="829894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D05EAAF-E930-C321-333C-C1B747D04D58}"/>
              </a:ext>
            </a:extLst>
          </p:cNvPr>
          <p:cNvSpPr/>
          <p:nvPr userDrawn="1"/>
        </p:nvSpPr>
        <p:spPr>
          <a:xfrm>
            <a:off x="1416505" y="1062264"/>
            <a:ext cx="3293831" cy="829894"/>
          </a:xfrm>
          <a:prstGeom prst="roundRect">
            <a:avLst/>
          </a:prstGeom>
          <a:solidFill>
            <a:srgbClr val="FF9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solidFill>
                <a:srgbClr val="FF9A00"/>
              </a:solidFill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12A8B8A4-A9C4-6CDD-DE47-3194B7B1C878}"/>
              </a:ext>
            </a:extLst>
          </p:cNvPr>
          <p:cNvSpPr/>
          <p:nvPr userDrawn="1"/>
        </p:nvSpPr>
        <p:spPr>
          <a:xfrm>
            <a:off x="1416503" y="4554000"/>
            <a:ext cx="3293831" cy="829894"/>
          </a:xfrm>
          <a:prstGeom prst="roundRect">
            <a:avLst/>
          </a:prstGeom>
          <a:solidFill>
            <a:srgbClr val="3EC1D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0BEB19D-2611-C23F-D507-2F7520F198FA}"/>
              </a:ext>
            </a:extLst>
          </p:cNvPr>
          <p:cNvSpPr/>
          <p:nvPr userDrawn="1"/>
        </p:nvSpPr>
        <p:spPr>
          <a:xfrm>
            <a:off x="1416503" y="2229757"/>
            <a:ext cx="3293831" cy="829894"/>
          </a:xfrm>
          <a:prstGeom prst="roundRect">
            <a:avLst/>
          </a:prstGeom>
          <a:solidFill>
            <a:srgbClr val="FF165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338246DC-75A5-8702-030E-AF21571966B0}"/>
              </a:ext>
            </a:extLst>
          </p:cNvPr>
          <p:cNvSpPr/>
          <p:nvPr userDrawn="1"/>
        </p:nvSpPr>
        <p:spPr>
          <a:xfrm>
            <a:off x="1416503" y="3429907"/>
            <a:ext cx="3293831" cy="829894"/>
          </a:xfrm>
          <a:prstGeom prst="roundRect">
            <a:avLst/>
          </a:prstGeom>
          <a:solidFill>
            <a:srgbClr val="F6F7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5400" baseline="0" dirty="0">
              <a:latin typeface="钉钉进步体" panose="00020600040101010101" pitchFamily="18" charset="-122"/>
              <a:ea typeface="钉钉进步体" panose="00020600040101010101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35838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DA0BB9-BB00-C878-2345-583447454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2BFCD5-588E-F7D5-E215-7EDA54AF52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72E1EA-71EB-469D-B2F5-9F0C790C7C93}" type="datetimeFigureOut">
              <a:rPr lang="zh-CN" altLang="en-US" smtClean="0"/>
              <a:t>2025/10/3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9FA054-073F-F5E2-61CD-71554BCC0A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09118F-43FC-E40F-6458-993007A0C8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AA1C58-BC0D-4DA9-93E3-8E096B51417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732B71-E14C-7E2D-5770-C4E1C03FFB5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" y="0"/>
            <a:ext cx="121919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54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BAA7-EFCD-F90B-F395-1750C6445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21F8F68A-CE17-BF65-37A5-C59E1D948F30}"/>
              </a:ext>
            </a:extLst>
          </p:cNvPr>
          <p:cNvSpPr/>
          <p:nvPr/>
        </p:nvSpPr>
        <p:spPr>
          <a:xfrm>
            <a:off x="-10250502" y="691563"/>
            <a:ext cx="9866299" cy="126018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1. if/else </a:t>
            </a:r>
            <a:r>
              <a:rPr lang="zh-CN" altLang="en-US" sz="4800" dirty="0"/>
              <a:t>太多，逻辑乱。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84EC566-350D-3F7B-C240-A6E2AEE93718}"/>
              </a:ext>
            </a:extLst>
          </p:cNvPr>
          <p:cNvSpPr/>
          <p:nvPr/>
        </p:nvSpPr>
        <p:spPr>
          <a:xfrm>
            <a:off x="-17165652" y="2665079"/>
            <a:ext cx="9866300" cy="12601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2.</a:t>
            </a:r>
            <a:r>
              <a:rPr lang="zh-CN" altLang="en-US" sz="4800" dirty="0"/>
              <a:t>想换算法，要改一堆代码。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8EA1D19-44D2-737B-99EB-2B538D45F1F9}"/>
              </a:ext>
            </a:extLst>
          </p:cNvPr>
          <p:cNvSpPr/>
          <p:nvPr/>
        </p:nvSpPr>
        <p:spPr>
          <a:xfrm>
            <a:off x="-23870252" y="4638595"/>
            <a:ext cx="9866301" cy="126018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3. </a:t>
            </a:r>
            <a:r>
              <a:rPr lang="zh-CN" altLang="en-US" sz="4800" dirty="0"/>
              <a:t>全局变量谁都能改，出 </a:t>
            </a:r>
            <a:r>
              <a:rPr lang="en-US" altLang="zh-CN" sz="4800" dirty="0"/>
              <a:t>bug </a:t>
            </a:r>
            <a:r>
              <a:rPr lang="zh-CN" altLang="en-US" sz="4800" dirty="0"/>
              <a:t>难查。</a:t>
            </a:r>
          </a:p>
        </p:txBody>
      </p:sp>
    </p:spTree>
    <p:extLst>
      <p:ext uri="{BB962C8B-B14F-4D97-AF65-F5344CB8AC3E}">
        <p14:creationId xmlns:p14="http://schemas.microsoft.com/office/powerpoint/2010/main" val="3340005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F30D1-EBBE-62C8-F1D7-72A5DCD6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651FE7EE-68D9-C4BE-1585-7CA1BE8A00ED}"/>
              </a:ext>
            </a:extLst>
          </p:cNvPr>
          <p:cNvSpPr/>
          <p:nvPr/>
        </p:nvSpPr>
        <p:spPr>
          <a:xfrm>
            <a:off x="968187" y="514830"/>
            <a:ext cx="9866299" cy="126018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1. if/else </a:t>
            </a:r>
            <a:r>
              <a:rPr lang="zh-CN" altLang="en-US" sz="4800" dirty="0"/>
              <a:t>太多，逻辑乱。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58E887D-C2AB-78E0-1E6E-0E7F780A6F66}"/>
              </a:ext>
            </a:extLst>
          </p:cNvPr>
          <p:cNvSpPr/>
          <p:nvPr/>
        </p:nvSpPr>
        <p:spPr>
          <a:xfrm>
            <a:off x="968187" y="2488346"/>
            <a:ext cx="9866300" cy="12601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2.</a:t>
            </a:r>
            <a:r>
              <a:rPr lang="zh-CN" altLang="en-US" sz="4800" dirty="0"/>
              <a:t>想换算法，要改一堆代码。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AECC798-6B12-5866-8249-E72F160352B6}"/>
              </a:ext>
            </a:extLst>
          </p:cNvPr>
          <p:cNvSpPr/>
          <p:nvPr/>
        </p:nvSpPr>
        <p:spPr>
          <a:xfrm>
            <a:off x="968185" y="4461862"/>
            <a:ext cx="9866301" cy="126018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3. </a:t>
            </a:r>
            <a:r>
              <a:rPr lang="zh-CN" altLang="en-US" sz="4800" dirty="0"/>
              <a:t>全局变量谁都能改，出 </a:t>
            </a:r>
            <a:r>
              <a:rPr lang="en-US" altLang="zh-CN" sz="4800" dirty="0"/>
              <a:t>bug </a:t>
            </a:r>
            <a:r>
              <a:rPr lang="zh-CN" altLang="en-US" sz="4800" dirty="0"/>
              <a:t>难查。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4D4140A-A931-6585-61FB-4EBD645C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9671"/>
            <a:ext cx="5477649" cy="42135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22BEC5C7-2479-9E55-71FF-56BF9C790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011" y="8422936"/>
            <a:ext cx="5634989" cy="36470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062445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330C7-DE45-DACC-2977-EF0431D3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B634694-A199-1499-8B29-76881677D7A4}"/>
              </a:ext>
            </a:extLst>
          </p:cNvPr>
          <p:cNvSpPr/>
          <p:nvPr/>
        </p:nvSpPr>
        <p:spPr>
          <a:xfrm>
            <a:off x="19544945" y="659209"/>
            <a:ext cx="9866299" cy="1260182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1. if/else </a:t>
            </a:r>
            <a:r>
              <a:rPr lang="zh-CN" altLang="en-US" sz="4800" dirty="0"/>
              <a:t>太多，逻辑乱。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954A9D2-78AE-406E-3322-9D9396628FF4}"/>
              </a:ext>
            </a:extLst>
          </p:cNvPr>
          <p:cNvSpPr/>
          <p:nvPr/>
        </p:nvSpPr>
        <p:spPr>
          <a:xfrm>
            <a:off x="17066235" y="2798909"/>
            <a:ext cx="9866300" cy="1260182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2.</a:t>
            </a:r>
            <a:r>
              <a:rPr lang="zh-CN" altLang="en-US" sz="4800" dirty="0"/>
              <a:t>想换算法，要改一堆代码。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E3C6316-1969-3ED2-C617-86E8A89A3056}"/>
              </a:ext>
            </a:extLst>
          </p:cNvPr>
          <p:cNvSpPr/>
          <p:nvPr/>
        </p:nvSpPr>
        <p:spPr>
          <a:xfrm>
            <a:off x="13144143" y="4938609"/>
            <a:ext cx="9866301" cy="1260182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4800" dirty="0"/>
              <a:t>3. </a:t>
            </a:r>
            <a:r>
              <a:rPr lang="zh-CN" altLang="en-US" sz="4800" dirty="0"/>
              <a:t>全局变量谁都能改，出 </a:t>
            </a:r>
            <a:r>
              <a:rPr lang="en-US" altLang="zh-CN" sz="4800" dirty="0"/>
              <a:t>bug </a:t>
            </a:r>
            <a:r>
              <a:rPr lang="zh-CN" altLang="en-US" sz="4800" dirty="0"/>
              <a:t>难查。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8707343-71FE-0781-9129-764AFE7BB8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514" y="69297"/>
            <a:ext cx="7968343" cy="61294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9ADF30B-CC2C-7C10-DA9F-97D10FDC2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011" y="8422936"/>
            <a:ext cx="5634989" cy="36470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44944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1FE44-B7DA-3D29-26EA-9A997EF36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2FB3E0F9-8EDA-03A6-E8DA-12B92D8575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15" y="1790700"/>
            <a:ext cx="3239630" cy="2492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7FB6D98-FA18-F158-5AD1-61DBF8290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0" y="316505"/>
            <a:ext cx="8238104" cy="53318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588874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24FF-4D21-F3C3-D8BB-1D94AA1E1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8">
            <a:extLst>
              <a:ext uri="{FF2B5EF4-FFF2-40B4-BE49-F238E27FC236}">
                <a16:creationId xmlns:a16="http://schemas.microsoft.com/office/drawing/2014/main" id="{492D7E15-7B16-1B8B-8346-948E00E304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329" y="1066800"/>
            <a:ext cx="5895671" cy="45351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0D20408-9768-32AA-EB83-D3AD3773B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0904" y="1470138"/>
            <a:ext cx="5760767" cy="37284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图形 3">
            <a:extLst>
              <a:ext uri="{FF2B5EF4-FFF2-40B4-BE49-F238E27FC236}">
                <a16:creationId xmlns:a16="http://schemas.microsoft.com/office/drawing/2014/main" id="{9F82B3C6-F817-3B39-BCEE-A2D91761DC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88243" y="2381863"/>
            <a:ext cx="1905000" cy="1905000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5521CE61-6A0B-632A-389C-46FB4FE9AB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95447" y="2381863"/>
            <a:ext cx="1905000" cy="1905000"/>
          </a:xfrm>
          <a:prstGeom prst="rect">
            <a:avLst/>
          </a:prstGeom>
        </p:spPr>
      </p:pic>
      <p:pic>
        <p:nvPicPr>
          <p:cNvPr id="7" name="P6">
            <a:extLst>
              <a:ext uri="{FF2B5EF4-FFF2-40B4-BE49-F238E27FC236}">
                <a16:creationId xmlns:a16="http://schemas.microsoft.com/office/drawing/2014/main" id="{F8976B59-8F8E-98F1-3300-8E817E8AE4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646" y="-8986936"/>
            <a:ext cx="4900622" cy="62860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7">
            <a:extLst>
              <a:ext uri="{FF2B5EF4-FFF2-40B4-BE49-F238E27FC236}">
                <a16:creationId xmlns:a16="http://schemas.microsoft.com/office/drawing/2014/main" id="{A642B355-D755-C332-5008-E6A0E35A2AD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98498" y="-8615904"/>
            <a:ext cx="4858952" cy="62761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35265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39BA1-E311-048A-4E33-5E8CC67A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7">
            <a:extLst>
              <a:ext uri="{FF2B5EF4-FFF2-40B4-BE49-F238E27FC236}">
                <a16:creationId xmlns:a16="http://schemas.microsoft.com/office/drawing/2014/main" id="{4E0A12E2-598E-5913-4051-F58A6DC0F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38520" y="0"/>
            <a:ext cx="5129222" cy="65792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6">
            <a:extLst>
              <a:ext uri="{FF2B5EF4-FFF2-40B4-BE49-F238E27FC236}">
                <a16:creationId xmlns:a16="http://schemas.microsoft.com/office/drawing/2014/main" id="{BFA58AB0-3F00-75A6-72BD-FCE6F9299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970" y="-8977054"/>
            <a:ext cx="4858952" cy="62761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14156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75F93-A21A-D935-01E7-F91D4D329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7">
            <a:extLst>
              <a:ext uri="{FF2B5EF4-FFF2-40B4-BE49-F238E27FC236}">
                <a16:creationId xmlns:a16="http://schemas.microsoft.com/office/drawing/2014/main" id="{AA7A24C3-DFBC-08E7-E370-605D7E82E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0224" y="139373"/>
            <a:ext cx="5129222" cy="65792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6">
            <a:extLst>
              <a:ext uri="{FF2B5EF4-FFF2-40B4-BE49-F238E27FC236}">
                <a16:creationId xmlns:a16="http://schemas.microsoft.com/office/drawing/2014/main" id="{0279BBC6-8449-FBC7-DEC7-5FC2EB4CE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9970" y="-8977054"/>
            <a:ext cx="4858952" cy="627614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240218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9912A-D59E-BBD6-34CB-0D6A41CF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7">
            <a:extLst>
              <a:ext uri="{FF2B5EF4-FFF2-40B4-BE49-F238E27FC236}">
                <a16:creationId xmlns:a16="http://schemas.microsoft.com/office/drawing/2014/main" id="{CA73700C-3C11-4A84-8063-2294F43BD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738" y="1361458"/>
            <a:ext cx="3223734" cy="41350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6">
            <a:extLst>
              <a:ext uri="{FF2B5EF4-FFF2-40B4-BE49-F238E27FC236}">
                <a16:creationId xmlns:a16="http://schemas.microsoft.com/office/drawing/2014/main" id="{21754AA0-DA92-1E41-5C7F-42ED510EB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5626" y="123404"/>
            <a:ext cx="5084657" cy="656768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292719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919C5-0457-B5C0-110F-EACFB0932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7">
            <a:extLst>
              <a:ext uri="{FF2B5EF4-FFF2-40B4-BE49-F238E27FC236}">
                <a16:creationId xmlns:a16="http://schemas.microsoft.com/office/drawing/2014/main" id="{91474FBF-7346-1521-34CA-E1E823847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855" y="580572"/>
            <a:ext cx="4247535" cy="54483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6">
            <a:extLst>
              <a:ext uri="{FF2B5EF4-FFF2-40B4-BE49-F238E27FC236}">
                <a16:creationId xmlns:a16="http://schemas.microsoft.com/office/drawing/2014/main" id="{DA9C6688-49E3-F7CF-890B-431D29D176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397" y="580572"/>
            <a:ext cx="4247535" cy="5486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" name="图形 2">
            <a:extLst>
              <a:ext uri="{FF2B5EF4-FFF2-40B4-BE49-F238E27FC236}">
                <a16:creationId xmlns:a16="http://schemas.microsoft.com/office/drawing/2014/main" id="{5116EEDB-F27B-7F41-3D4E-5035D5E8A7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6529" y="2371272"/>
            <a:ext cx="1905000" cy="1905000"/>
          </a:xfrm>
          <a:prstGeom prst="rect">
            <a:avLst/>
          </a:prstGeom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00E0E8C3-8B87-C667-B1F2-AC1CA79C18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47216" y="2292083"/>
            <a:ext cx="1905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339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B0830-A4F5-7D9C-5DE1-FF6A7DF8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3EB8E32-A0A2-9E05-A773-D4A5359BD8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24293" y="870310"/>
            <a:ext cx="3649861" cy="53723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F14033-B8FF-6C7A-A317-4B99B474CD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1" t="9639" r="8885" b="9639"/>
          <a:stretch>
            <a:fillRect/>
          </a:stretch>
        </p:blipFill>
        <p:spPr>
          <a:xfrm>
            <a:off x="14932099" y="1786434"/>
            <a:ext cx="3519287" cy="3540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957102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56B1-B385-0269-4BF2-5FFC3DD85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EB033EF-53BD-2F3D-9E44-664A41A3B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906" y="452143"/>
            <a:ext cx="3649861" cy="537235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9C4E0F9-628D-A171-5F22-E183D7A4B6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11" t="9639" r="8885" b="9639"/>
          <a:stretch>
            <a:fillRect/>
          </a:stretch>
        </p:blipFill>
        <p:spPr>
          <a:xfrm>
            <a:off x="6654373" y="1738017"/>
            <a:ext cx="3519287" cy="3540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38839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zhuzhuPPT">
      <a:dk1>
        <a:srgbClr val="FF9A00"/>
      </a:dk1>
      <a:lt1>
        <a:srgbClr val="EEEEEE"/>
      </a:lt1>
      <a:dk2>
        <a:srgbClr val="8C82FC"/>
      </a:dk2>
      <a:lt2>
        <a:srgbClr val="62D2A2"/>
      </a:lt2>
      <a:accent1>
        <a:srgbClr val="FF6F3C"/>
      </a:accent1>
      <a:accent2>
        <a:srgbClr val="3EC1D3"/>
      </a:accent2>
      <a:accent3>
        <a:srgbClr val="FF165D"/>
      </a:accent3>
      <a:accent4>
        <a:srgbClr val="F6F7D7"/>
      </a:accent4>
      <a:accent5>
        <a:srgbClr val="62D2A2"/>
      </a:accent5>
      <a:accent6>
        <a:srgbClr val="8C82FC"/>
      </a:accent6>
      <a:hlink>
        <a:srgbClr val="FF9A00"/>
      </a:hlink>
      <a:folHlink>
        <a:srgbClr val="62D2A2"/>
      </a:folHlink>
    </a:clrScheme>
    <a:fontScheme name="钉钉进步体">
      <a:majorFont>
        <a:latin typeface="钉钉进步体"/>
        <a:ea typeface="钉钉进步体"/>
        <a:cs typeface=""/>
      </a:majorFont>
      <a:minorFont>
        <a:latin typeface="钉钉进步体"/>
        <a:ea typeface="钉钉进步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106</Words>
  <Application>Microsoft Office PowerPoint</Application>
  <PresentationFormat>宽屏</PresentationFormat>
  <Paragraphs>10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等线</vt:lpstr>
      <vt:lpstr>钉钉进步体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宣淋 祝</dc:creator>
  <cp:lastModifiedBy>宣淋 祝</cp:lastModifiedBy>
  <cp:revision>307</cp:revision>
  <dcterms:created xsi:type="dcterms:W3CDTF">2025-07-12T08:47:45Z</dcterms:created>
  <dcterms:modified xsi:type="dcterms:W3CDTF">2025-10-03T13:12:31Z</dcterms:modified>
</cp:coreProperties>
</file>